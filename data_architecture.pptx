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266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Evolution of Our Data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Subdomain to Enterprise Domain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2514600" cy="2377440"/>
          </a:xfrm>
          <a:prstGeom prst="rect">
            <a:avLst/>
          </a:prstGeom>
          <a:solidFill>
            <a:srgbClr val="F4F7FB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280160"/>
            <a:ext cx="2514600" cy="54864"/>
          </a:xfrm>
          <a:prstGeom prst="rect">
            <a:avLst/>
          </a:prstGeom>
          <a:solidFill>
            <a:srgbClr val="1E90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0876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5087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77240" y="19659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6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Beyond the Subdomain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77240" y="233172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Knowledge Management System has outgrown its original niche. It no longer supports a single business unit but serves as a unified backbone for multiple departments across the organization.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337560" y="1280160"/>
            <a:ext cx="2514600" cy="2377440"/>
          </a:xfrm>
          <a:prstGeom prst="rect">
            <a:avLst/>
          </a:prstGeom>
          <a:solidFill>
            <a:srgbClr val="F4F7FB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37560" y="1280160"/>
            <a:ext cx="2514600" cy="54864"/>
          </a:xfrm>
          <a:prstGeom prst="rect">
            <a:avLst/>
          </a:prstGeom>
          <a:solidFill>
            <a:srgbClr val="1E90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508760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023360" y="15087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GROWTH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3566160" y="19659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6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&amp; Compliance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566160" y="233172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successful onboarding of the Risk &amp; Compliance team proves cross-functional demand, achieved through robust logical data segregation ensuring security and privacy within a centralized framework.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126480" y="1280160"/>
            <a:ext cx="2514600" cy="2377440"/>
          </a:xfrm>
          <a:prstGeom prst="rect">
            <a:avLst/>
          </a:prstGeom>
          <a:solidFill>
            <a:srgbClr val="F4F7FB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26480" y="1280160"/>
            <a:ext cx="2514600" cy="54864"/>
          </a:xfrm>
          <a:prstGeom prst="rect">
            <a:avLst/>
          </a:prstGeom>
          <a:solidFill>
            <a:srgbClr val="1E90FF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508760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812280" y="15087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SYSTEM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6355080" y="19659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6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System of Record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355080" y="233172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KMS APIs have matured into the critical Source of Truth — the primary gateway for institutional data, facilitating seamless integration and reliability across the entire enterprise ecosystem.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548640" y="3931920"/>
            <a:ext cx="8092440" cy="960120"/>
          </a:xfrm>
          <a:prstGeom prst="rect">
            <a:avLst/>
          </a:prstGeom>
          <a:solidFill>
            <a:srgbClr val="002663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133088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463040" y="40233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PROPOSAL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1463040" y="42976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Formally transition KMS from a subdomain to a distinct Enterprise Domain — aligning our organizational structure with our technical reality, clearing the path for limitless scalability and architectural maturity.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Evolution of Our Data Architecture</dc:title>
  <dc:subject>PptxGenJS Presentation</dc:subject>
  <dc:creator>PptxGenJS</dc:creator>
  <cp:lastModifiedBy>PptxGenJS</cp:lastModifiedBy>
  <cp:revision>1</cp:revision>
  <dcterms:created xsi:type="dcterms:W3CDTF">2026-04-02T07:19:45Z</dcterms:created>
  <dcterms:modified xsi:type="dcterms:W3CDTF">2026-04-02T07:19:45Z</dcterms:modified>
</cp:coreProperties>
</file>