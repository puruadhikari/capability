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188720" cy="29260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1206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Intuitive. Iterative. Unpredictable.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8503920" cy="713232"/>
          </a:xfrm>
          <a:prstGeom prst="rect">
            <a:avLst/>
          </a:prstGeom>
          <a:solidFill>
            <a:srgbClr val="D6E4F7"/>
          </a:solidFill>
          <a:ln w="19050">
            <a:solidFill>
              <a:srgbClr val="006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is an unstructured, highly iterative process where a developer talks directly to an AI model to generate code on the fly — relying on intuition and prompt-and-response cycles rather than upfront planning or architecture.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Vibe Coding Workflow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606040"/>
            <a:ext cx="1965960" cy="34747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Prompt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asks the AI to build functionality in a chosen language (Python, Java, etc.)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95728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95728" y="2606040"/>
            <a:ext cx="1965960" cy="34747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87168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87168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generates boilerplate code based on its training and best guesses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71416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71416" y="2606040"/>
            <a:ext cx="1965960" cy="34747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62856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Edits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2856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edits the prompt repeatedly, e.g. 'use a different library', cycling back and forth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47104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47104" y="2606040"/>
            <a:ext cx="1965960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38544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38544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multiple iterations, code eventually reaches an approximation of the desired outcome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85039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53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Key Limitation: Because the AI guesses architectural decisions, a single prompt can yield 100 different implementations — creating costly unpredictability and endless back-and-forth that can take longer than writing code manually.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188720" cy="29260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Specification-Driven Development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Structured. Intent-First. Predictable.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8503920" cy="713232"/>
          </a:xfrm>
          <a:prstGeom prst="rect">
            <a:avLst/>
          </a:prstGeom>
          <a:solidFill>
            <a:srgbClr val="D6E4F7"/>
          </a:solidFill>
          <a:ln w="19050">
            <a:solidFill>
              <a:srgbClr val="006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(SDD) reintroduces the rigour of the traditional SDLC into AI-generated software. Instead of jumping straight to code, developers use AI to first define system requirements — treating the specification as the primary artifact that drives all downstream work.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SDD Workflow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606040"/>
            <a:ext cx="1965960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Behaviour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LLM to define system behaviour, constraints, and goals — not to write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95728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95728" y="2606040"/>
            <a:ext cx="1965960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87168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Contract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87168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specification document: the strict contract that governs the entire project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71416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71416" y="2606040"/>
            <a:ext cx="1965960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62856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2856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review the spec for logic, architecture, and business alignment before any code is written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47104" y="260604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47104" y="2606040"/>
            <a:ext cx="1965960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38544" y="3008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Implement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38544" y="3355848"/>
            <a:ext cx="1783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 does the AI agent write code, tests, and documentation — executing a clear blueprint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8503920" cy="475488"/>
          </a:xfrm>
          <a:prstGeom prst="rect">
            <a:avLst/>
          </a:prstGeom>
          <a:solidFill>
            <a:srgbClr val="E8F4E8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53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Key Advantage: By building a specification first, developers leave far less ambiguity for coding agents. The specification acts as a shared blueprint — version-controlled, team-debated, and used to detect logical collisions before a single line of code is written.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0"/>
            <a:ext cx="1188720" cy="29260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Comparison: Vibe Coding vs. SDD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3931920" cy="3749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15568"/>
            <a:ext cx="3931920" cy="38404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09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immediately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965960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025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2002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itself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guesses based on training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752344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88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Coverage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planning and design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1821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possible implementations per prompt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538728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753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correcting AI guesses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9684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83080" y="39684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after code (if at all)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4325112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361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4361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prototypes, risky at enterprise scale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56048" y="1115568"/>
            <a:ext cx="3931920" cy="3749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1115568"/>
            <a:ext cx="3931920" cy="384048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1609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specification first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56048" y="1965960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0025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2002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0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defined by engineers upfront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56048" y="2752344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788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Coverage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922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SDLC: PRD → Design → Build → QA → Deploy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0" y="31821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9224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agreed implementation blueprint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56048" y="3538728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35753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9224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— approving specs, steering agents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29200" y="39684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92240" y="39684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before code (the spec IS the doc)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56048" y="4325112"/>
            <a:ext cx="3931920" cy="3931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4361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92240" y="4361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enterprise-grade delivery at scale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79392" y="2194560"/>
            <a:ext cx="585216" cy="585216"/>
          </a:xfrm>
          <a:prstGeom prst="ellipse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21945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188720" cy="29260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Engineers?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19385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reshapes the development lifecycle, the hardest part of engineering is no longer writing code — it is conveying structured intent to AI agents at scale. This demands a fundamentally new set of skills.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24912"/>
            <a:ext cx="2606040" cy="2148840"/>
          </a:xfrm>
          <a:prstGeom prst="rect">
            <a:avLst/>
          </a:prstGeom>
          <a:solidFill>
            <a:srgbClr val="003580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724912"/>
            <a:ext cx="2606040" cy="36576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7980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engineers validate what AI builds?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349300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quality requires active assessment — engineers must master AI constraints and reliably evaluate model outputs within task-specific contexts.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2724912"/>
            <a:ext cx="2606040" cy="2148840"/>
          </a:xfrm>
          <a:prstGeom prst="rect">
            <a:avLst/>
          </a:prstGeom>
          <a:solidFill>
            <a:srgbClr val="003580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724912"/>
            <a:ext cx="2606040" cy="36576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7980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architectural decisions?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349300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were once implicit in code must now be made explicit in specifications — debated by the team and version-controlled like any other critical asset.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2724912"/>
            <a:ext cx="2606040" cy="2148840"/>
          </a:xfrm>
          <a:prstGeom prst="rect">
            <a:avLst/>
          </a:prstGeom>
          <a:solidFill>
            <a:srgbClr val="003580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724912"/>
            <a:ext cx="2606040" cy="36576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27980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engineer's new role?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9048" y="349300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are shifting from individual coders to orchestrators of AI agent systems — managing asynchronous planner, orchestrator, and coder agents in parallel.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to these questions defines the new T-shaped engineer for the AI era — explored on the next slides.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1188720" cy="29260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Shifts for the AI-Era Engineer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evolved T-shaped model adds a new horizontal layer of AI expertise. Four critical shifts define what engineers must now master: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1591056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591056"/>
            <a:ext cx="109728" cy="157276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824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" y="19933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AI Constraints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22576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model limitations within task-specific contexts is now non-negotiable. Engineers must reliably assess AI output quality and steer models effectively — knowing when to trust, challenge, and when to override AI-generated results.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90872" y="1591056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591056"/>
            <a:ext cx="109728" cy="157276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6824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73752" y="19933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Coder to Orchestrator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2322576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no longer prompt a single AI assistant. They now orchestrate entire systems of asynchronous AI agents — planner, orchestrator, and coder agents — each with distinct responsibilities and context windows, working in parallel toward a shared goal.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29184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291840"/>
            <a:ext cx="109728" cy="157276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8328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8912" y="36941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402336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codify team practices, style guidelines, and institutional knowledge into 'skill files' and 'rule files.' This provides AI agents the exact recipes they need — moving tacit knowledge from people's heads into machine-readable context.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0872" y="329184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291840"/>
            <a:ext cx="109728" cy="157276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38328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73752" y="36941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Taste and Judgment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402336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handle the 'how' of coding, engineers operate at a higher altitude: deploying adversarial review agents, analysing decision traces on failure, and applying human judgment to decide when to delegate and what trade-offs to make.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4773168"/>
            <a:ext cx="8631936" cy="23774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9145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shifts ensure engineers can harness massive AI velocity without accidentally generating catastrophic technical debt.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1188720" cy="29260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62179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Source of Truth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Specification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54864" cy="77724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as Source of Truth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is decisively moving away from 'code is truth.' Specifications are now version-controlled, team-debated primary artifacts — exactly like code was — and used to detect logical collisions before implementation begins.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54864" cy="77724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889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as Orchestrator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no longer write every line — they design systems of AI agents, codify institutional knowledge into skill files, and apply taste and judgment to guide AI teams toward outcomes that meet enterprise quality standards.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54864" cy="77724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49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Without Debt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of rigorous specs, orchestrated agents, and a new AI-expertise layer on the T-shaped model is how organisations harness AI's massive velocity without generating the catastrophic technical debt that unguided vibe coding creates.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67728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22592" y="1719072"/>
            <a:ext cx="1920240" cy="585216"/>
          </a:xfrm>
          <a:prstGeom prst="rect">
            <a:avLst/>
          </a:prstGeom>
          <a:solidFill>
            <a:srgbClr val="003580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7190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Intent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22592" y="2468880"/>
            <a:ext cx="1920240" cy="585216"/>
          </a:xfrm>
          <a:prstGeom prst="rect">
            <a:avLst/>
          </a:prstGeom>
          <a:solidFill>
            <a:srgbClr val="003580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46888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22592" y="3218688"/>
            <a:ext cx="1920240" cy="585216"/>
          </a:xfrm>
          <a:prstGeom prst="rect">
            <a:avLst/>
          </a:prstGeom>
          <a:solidFill>
            <a:srgbClr val="003580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21868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22592" y="3968496"/>
            <a:ext cx="1920240" cy="585216"/>
          </a:xfrm>
          <a:prstGeom prst="rect">
            <a:avLst/>
          </a:prstGeom>
          <a:solidFill>
            <a:srgbClr val="003580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96849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7548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engineering is not about writing less code — it is about exercising better judgment at a higher altitude.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Vibe Coding to Spec-Driven Development</dc:title>
  <dc:subject>PptxGenJS Presentation</dc:subject>
  <dc:creator>PptxGenJS</dc:creator>
  <cp:lastModifiedBy>PptxGenJS</cp:lastModifiedBy>
  <cp:revision>1</cp:revision>
  <dcterms:created xsi:type="dcterms:W3CDTF">2026-06-06T16:53:23Z</dcterms:created>
  <dcterms:modified xsi:type="dcterms:W3CDTF">2026-06-06T16:53:23Z</dcterms:modified>
</cp:coreProperties>
</file>