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0"/>
            <a:ext cx="91440" cy="5143500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92608"/>
            <a:ext cx="502920" cy="64008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for Engineering Leadership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606040"/>
            <a:ext cx="2926080" cy="27432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3716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choose, invest in, and communicate AI experiments — ensuring that what we build reflects organisational intent, not just engineering curiosity.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06240" y="2697480"/>
            <a:ext cx="54864" cy="237744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6974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Value before novelty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06240" y="3090672"/>
            <a:ext cx="54864" cy="237744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30906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Compete where the market can't follow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06240" y="3483864"/>
            <a:ext cx="54864" cy="237744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348386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Align the idea to the org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06240" y="3877056"/>
            <a:ext cx="54864" cy="237744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387705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Make impact visible, not just activity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06240" y="4270248"/>
            <a:ext cx="54864" cy="237744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42702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Earn the right to more experimentation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Engineering Leadership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1 &amp; 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0690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033272"/>
            <a:ext cx="347472" cy="347472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033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0332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Before Novelty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" y="1463040"/>
            <a:ext cx="37398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idea that can't answer three questions is research, not innovation."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" y="1892808"/>
            <a:ext cx="384048" cy="201168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8928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4632" y="2130552"/>
            <a:ext cx="373989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every experiment by naming the business problem it solves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" y="2423160"/>
            <a:ext cx="3739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AI initiative is proposed, the team should answer: who benefits, how will we measure success, and what changes if this works?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" y="3429000"/>
            <a:ext cx="3739896" cy="0"/>
          </a:xfrm>
          <a:prstGeom prst="line">
            <a:avLst/>
          </a:prstGeom>
          <a:noFill/>
          <a:ln w="6350">
            <a:solidFill>
              <a:srgbClr val="DC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" y="3538728"/>
            <a:ext cx="493776" cy="201168"/>
          </a:xfrm>
          <a:prstGeom prst="rect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53872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" y="3785616"/>
            <a:ext cx="373989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on tools just because they are new or interesting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" y="4069080"/>
            <a:ext cx="37398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novelty is not a strategy. If the motivation is 'this is cool', that's a signal to pause — not proceed.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868680"/>
            <a:ext cx="40690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9472" y="1033272"/>
            <a:ext cx="347472" cy="347472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033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10332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Where the Market Can't Follow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19472" y="1463040"/>
            <a:ext cx="37398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"Invest where you have an information advantage. Avoid races you can't win."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19472" y="1892808"/>
            <a:ext cx="384048" cy="201168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18928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19472" y="2130552"/>
            <a:ext cx="373989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AI that leverages our proprietary context, data, or workflow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9472" y="2423160"/>
            <a:ext cx="3739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sustainable advantage lies in what only we know: our customers, processes, and domain. These bets are hard for competitors to replicate.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19472" y="3429000"/>
            <a:ext cx="3739896" cy="0"/>
          </a:xfrm>
          <a:prstGeom prst="line">
            <a:avLst/>
          </a:prstGeom>
          <a:noFill/>
          <a:ln w="6350">
            <a:solidFill>
              <a:srgbClr val="DCE1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19472" y="3538728"/>
            <a:ext cx="493776" cy="201168"/>
          </a:xfrm>
          <a:prstGeom prst="rect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53872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19472" y="3785616"/>
            <a:ext cx="373989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what open-source platforms already do well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19472" y="4069080"/>
            <a:ext cx="37398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PR reviews or replicating what tools like Devin offer puts us in a race we are unlikely to win. Open-source ecosystems always move faster on commodity tooling.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892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Engineering Leadership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892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3 &amp; 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0690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033272"/>
            <a:ext cx="347472" cy="347472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033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0332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the Idea to the Org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" y="1463040"/>
            <a:ext cx="37398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you can't make the case in two minutes, the idea needs more work."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" y="1892808"/>
            <a:ext cx="384048" cy="201168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8928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4632" y="2130552"/>
            <a:ext cx="373989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experiments through the lens of leadership priorities before pitching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" y="2423160"/>
            <a:ext cx="3739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should arrive pre-connected to a strategic objective: cost reduction, delivery speed, quality, or retention. This makes ambition legible to decision-makers.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" y="3429000"/>
            <a:ext cx="3739896" cy="0"/>
          </a:xfrm>
          <a:prstGeom prst="line">
            <a:avLst/>
          </a:prstGeom>
          <a:noFill/>
          <a:ln w="6350">
            <a:solidFill>
              <a:srgbClr val="DC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" y="3538728"/>
            <a:ext cx="493776" cy="201168"/>
          </a:xfrm>
          <a:prstGeom prst="rect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53872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" y="3785616"/>
            <a:ext cx="373989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technical experiments as self-evidently valuable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" y="4069080"/>
            <a:ext cx="37398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leadership will recognise the value of a well-built thing is a common failure mode. The burden of connecting dots sits with the team proposing it.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868680"/>
            <a:ext cx="40690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9472" y="1033272"/>
            <a:ext cx="347472" cy="347472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033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10332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Impact Visible, Not Just Activity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19472" y="1463040"/>
            <a:ext cx="37398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portfolio of results, even failures, earns more trust than initiatives in-flight."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19472" y="1892808"/>
            <a:ext cx="384048" cy="201168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18928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19472" y="2130552"/>
            <a:ext cx="373989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measurable outcome before the experiment begins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9472" y="2423160"/>
            <a:ext cx="3739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initiative should have a metric agreed upfront — time saved, error rate reduced, cycle time shortened. Leadership remembers teams that know when something didn't work and say so early.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19472" y="3429000"/>
            <a:ext cx="3739896" cy="0"/>
          </a:xfrm>
          <a:prstGeom prst="line">
            <a:avLst/>
          </a:prstGeom>
          <a:noFill/>
          <a:ln w="6350">
            <a:solidFill>
              <a:srgbClr val="DCE1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19472" y="3538728"/>
            <a:ext cx="493776" cy="201168"/>
          </a:xfrm>
          <a:prstGeom prst="rect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53872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19472" y="3785616"/>
            <a:ext cx="373989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experiments run without a checkpoint or exit condition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19472" y="4069080"/>
            <a:ext cx="37398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initiative without a time-box is not an experiment — it's a project without accountability. Set a checkpoint and ask: has this moved the needle?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892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Engineering Leadership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892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5 — The Bigger Picture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0690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033272"/>
            <a:ext cx="347472" cy="347472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033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0332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the Right to Experiment More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" y="1463040"/>
            <a:ext cx="37398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06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"Focus is itself a form of maturity that engineering teams are judged on."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" y="1892808"/>
            <a:ext cx="384048" cy="201168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8928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4632" y="2130552"/>
            <a:ext cx="373989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early wins to build a track record that unlocks bolder investment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" y="2423160"/>
            <a:ext cx="3739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experiments that are high-confidence and high-visibility. Each demonstrated win builds trust in the team's judgement — the real currency that funds ambitious, longer-horizon bets.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" y="3429000"/>
            <a:ext cx="3739896" cy="0"/>
          </a:xfrm>
          <a:prstGeom prst="line">
            <a:avLst/>
          </a:prstGeom>
          <a:noFill/>
          <a:ln w="6350">
            <a:solidFill>
              <a:srgbClr val="DC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" y="3538728"/>
            <a:ext cx="493776" cy="201168"/>
          </a:xfrm>
          <a:prstGeom prst="rect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53872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" y="3785616"/>
            <a:ext cx="373989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effort across too many parallel experiments at once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" y="4069080"/>
            <a:ext cx="37398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D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of ten half-finished experiments signals energy without discipline. One initiative taken to a clear conclusion is more impressive than a sprawling landscape of things in-flight.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868680"/>
            <a:ext cx="4069080" cy="3886200"/>
          </a:xfrm>
          <a:prstGeom prst="rect">
            <a:avLst/>
          </a:prstGeom>
          <a:solidFill>
            <a:srgbClr val="002663"/>
          </a:solidFill>
          <a:ln w="12700">
            <a:solidFill>
              <a:srgbClr val="0026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868680"/>
            <a:ext cx="54864" cy="3886200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0515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guiding principle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all five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0" y="1810512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Engineers' instinct to build interesting things is an asset — but only when it's pointed at problems the business actually has.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0" y="2816352"/>
            <a:ext cx="237744" cy="237744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8163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49240" y="2788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before novelty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0" y="3163824"/>
            <a:ext cx="237744" cy="237744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1638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49240" y="31363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where the market can't follow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0" y="3511296"/>
            <a:ext cx="237744" cy="237744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5112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49240" y="34838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the idea to the org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0" y="3858768"/>
            <a:ext cx="237744" cy="237744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858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49240" y="383133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impact visible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0" y="4206240"/>
            <a:ext cx="237744" cy="237744"/>
          </a:xfrm>
          <a:prstGeom prst="rect">
            <a:avLst/>
          </a:prstGeom>
          <a:solidFill>
            <a:srgbClr val="006FCF"/>
          </a:solidFill>
          <a:ln w="12700">
            <a:solidFill>
              <a:srgbClr val="006F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4206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49240" y="4178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the right to more experimentation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892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Engineering Leadership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03920" y="4892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Engineering Principles</dc:title>
  <dc:subject>PptxGenJS Presentation</dc:subject>
  <dc:creator>PptxGenJS</dc:creator>
  <cp:lastModifiedBy>PptxGenJS</cp:lastModifiedBy>
  <cp:revision>1</cp:revision>
  <dcterms:created xsi:type="dcterms:W3CDTF">2026-03-27T09:28:01Z</dcterms:created>
  <dcterms:modified xsi:type="dcterms:W3CDTF">2026-03-27T09:28:01Z</dcterms:modified>
</cp:coreProperties>
</file>