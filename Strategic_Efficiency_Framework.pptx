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0E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0080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Efficiency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8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Engineering Excellence with Product Innovation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080E0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Strategic Focus Areas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794760" cy="356616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371600"/>
            <a:ext cx="548640" cy="548640"/>
          </a:xfrm>
          <a:prstGeom prst="ellipse">
            <a:avLst/>
          </a:prstGeom>
          <a:solidFill>
            <a:srgbClr val="0026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4813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Efficiency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103120"/>
            <a:ext cx="3246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tools, reusable scripts &amp; AI-enabled capabilities to accelerate delivery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ideas that create long-term value across the organization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point solutions tied to a single toolset — build assets that evolve with the enterprise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reusable skills (e.g., ISP skill) that remain relevant even as enterprise tools change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097280"/>
            <a:ext cx="3794760" cy="356616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20640" y="1371600"/>
            <a:ext cx="548640" cy="548640"/>
          </a:xfrm>
          <a:prstGeom prst="ellipse">
            <a:avLst/>
          </a:prstGeom>
          <a:solidFill>
            <a:srgbClr val="0026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4813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Capability Enhancement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120640" y="2103120"/>
            <a:ext cx="3246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capabilities that improve the customer care representative experience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and develop innovative ideas in the product space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value to product partners with clear showcases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ideas may evolve into formal product offerings over time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266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Balanced Approach to Efficiency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strategy supports both dimensions for sustainable impact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508760"/>
            <a:ext cx="502920" cy="502920"/>
          </a:xfrm>
          <a:prstGeom prst="ellipse">
            <a:avLst/>
          </a:prstGeom>
          <a:solidFill>
            <a:srgbClr val="0080E0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00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Build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21945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engineering excellence through selective investments in tools and capabilities that serve the organization long-term.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26280" y="1508760"/>
            <a:ext cx="27432" cy="2286000"/>
          </a:xfrm>
          <a:prstGeom prst="rect">
            <a:avLst/>
          </a:prstGeom>
          <a:solidFill>
            <a:srgbClr val="0080E0">
              <a:alpha val="5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0" y="1508760"/>
            <a:ext cx="502920" cy="502920"/>
          </a:xfrm>
          <a:prstGeom prst="ellipse">
            <a:avLst/>
          </a:prstGeom>
          <a:solidFill>
            <a:srgbClr val="0080E0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002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Deliver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29200" y="21945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product capabilities that improve the end-user experience, with innovations that can evolve into formal product features.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solidFill>
            <a:srgbClr val="00266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118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520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Principle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00200" y="38862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selective with engineering investments — prioritize assets that transcend current toolsets and remain valuable as the organization evolves. Encourage innovation equally in both engineering and product spaces.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266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Efficiency Framework</dc:title>
  <dc:subject>PptxGenJS Presentation</dc:subject>
  <dc:creator>Strategy Team</dc:creator>
  <cp:lastModifiedBy>Strategy Team</cp:lastModifiedBy>
  <cp:revision>1</cp:revision>
  <dcterms:created xsi:type="dcterms:W3CDTF">2026-03-27T16:29:51Z</dcterms:created>
  <dcterms:modified xsi:type="dcterms:W3CDTF">2026-03-27T16:29:51Z</dcterms:modified>
</cp:coreProperties>
</file>